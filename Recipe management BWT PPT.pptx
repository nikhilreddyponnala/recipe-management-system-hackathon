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548640"/>
            <a:ext cx="4389120" cy="4389120"/>
          </a:xfrm>
          <a:prstGeom prst="ellipse">
            <a:avLst/>
          </a:prstGeom>
          <a:solidFill>
            <a:srgbClr val="ED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389120"/>
            <a:ext cx="3383280" cy="3383280"/>
          </a:xfrm>
          <a:prstGeom prst="ellipse">
            <a:avLst/>
          </a:prstGeom>
          <a:solidFill>
            <a:srgbClr val="FA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1920240"/>
            <a:ext cx="3200400" cy="32004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58200" y="2331720"/>
            <a:ext cx="2377440" cy="2377440"/>
          </a:xfrm>
          <a:prstGeom prst="ellipse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32520" y="260604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79408" y="2852928"/>
            <a:ext cx="1335024" cy="1335024"/>
          </a:xfrm>
          <a:prstGeom prst="ellipse">
            <a:avLst/>
          </a:prstGeom>
          <a:solidFill>
            <a:srgbClr val="ED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0" y="3127248"/>
            <a:ext cx="475488" cy="310896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38360" y="3383280"/>
            <a:ext cx="384048" cy="27432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3703320"/>
            <a:ext cx="384048" cy="256032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F7E22"/>
                </a:solidFill>
                <a:latin typeface="Aptos"/>
              </a:rPr>
              <a:t>🍃  RECIPE MANAGEMENT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234440"/>
            <a:ext cx="71323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14532D"/>
                </a:solidFill>
                <a:latin typeface="Aptos"/>
              </a:rPr>
              <a:t>RecipeNest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6583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EF7E22"/>
                </a:solidFill>
                <a:latin typeface="Aptos"/>
              </a:rPr>
              <a:t>Discover  •  Save  •  Cook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51760"/>
            <a:ext cx="6583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3023"/>
                </a:solidFill>
                <a:latin typeface="Aptos"/>
              </a:rPr>
              <a:t>A MERN-stack platform to find, organize, and manage recipes.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68122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30752"/>
            <a:ext cx="2926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EF7E22"/>
                </a:solidFill>
                <a:latin typeface="Aptos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96512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532D"/>
                </a:solidFill>
                <a:latin typeface="Aptos"/>
              </a:rPr>
              <a:t>P. NIKHIL REDDY  —  25MVCSMR0162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4532D"/>
                </a:solidFill>
                <a:latin typeface="Aptos"/>
              </a:rPr>
              <a:t>S. THARUN  —  25MVCSMR0169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64608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4532D"/>
                </a:solidFill>
                <a:latin typeface="Aptos"/>
              </a:rPr>
              <a:t>P. MANOJ KUMAR  —  25MVCSMR0159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48656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4532D"/>
                </a:solidFill>
                <a:latin typeface="Aptos"/>
              </a:rPr>
              <a:t>P. VARUN  —  25MVCSMR0160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6217920"/>
            <a:ext cx="6583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F6F61"/>
                </a:solidFill>
                <a:latin typeface="Aptos"/>
              </a:rPr>
              <a:t>MERN STACK  |  HACKATHON PROJECT</a:t>
            </a:r>
          </a:p>
        </p:txBody>
      </p:sp>
      <p:pic>
        <p:nvPicPr>
          <p:cNvPr id="22" name="Picture 21" descr="rn_food_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51560"/>
            <a:ext cx="36576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F7E22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4532D"/>
                </a:solidFill>
                <a:latin typeface="Aptos"/>
              </a:rPr>
              <a:t>The idea behind RecipeNest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F6F61"/>
                </a:solidFill>
                <a:latin typeface="Aptos"/>
              </a:rPr>
              <a:t>A simple home for every recipe you love.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09728" cy="2286000"/>
          </a:xfrm>
          <a:prstGeom prst="roundRect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F7E22"/>
                </a:solidFill>
                <a:latin typeface="Aptos"/>
              </a:rPr>
              <a:t>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130552"/>
            <a:ext cx="24871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39"/>
            <a:ext cx="3017520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Recipes are scattered across websites, videos, notes, and social media. Finding the right dish can take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109728" cy="228600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Aptos"/>
              </a:rPr>
              <a:t>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130552"/>
            <a:ext cx="248716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39"/>
            <a:ext cx="3017520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One organized platform to discover recipes, search by ingredients, save favourites, and manage personal recipes.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6596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109728" cy="2286000"/>
          </a:xfrm>
          <a:prstGeom prst="roundRect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13055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F7E22"/>
                </a:solidFill>
                <a:latin typeface="Aptos"/>
              </a:rPr>
              <a:t>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130552"/>
            <a:ext cx="24871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The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39"/>
            <a:ext cx="3017520" cy="1536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Less searching, better organization, and an easy way to keep useful recipes ready for the next meal.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754880"/>
            <a:ext cx="10058400" cy="777240"/>
          </a:xfrm>
          <a:prstGeom prst="roundRect">
            <a:avLst/>
          </a:prstGeom>
          <a:solidFill>
            <a:srgbClr val="ED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919472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F7E22"/>
                </a:solidFill>
                <a:latin typeface="Aptos"/>
              </a:rPr>
              <a:t>OUR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855464"/>
            <a:ext cx="8046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4532D"/>
                </a:solidFill>
                <a:latin typeface="Aptos"/>
              </a:rPr>
              <a:t>Make recipe discovery and personal cooking collections effortless.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F61"/>
                </a:solidFill>
                <a:latin typeface="Aptos"/>
              </a:rPr>
              <a:t>RecipeNest  •  Discover · Save · Cook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14532D"/>
                </a:solidFill>
                <a:latin typeface="Aptos"/>
              </a:rPr>
              <a:t>02</a:t>
            </a:r>
          </a:p>
        </p:txBody>
      </p:sp>
      <p:pic>
        <p:nvPicPr>
          <p:cNvPr id="25" name="Picture 24" descr="rn_food_ingredi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800600"/>
            <a:ext cx="2377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F7E22"/>
                </a:solidFill>
                <a:latin typeface="Aptos"/>
              </a:rPr>
              <a:t>02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4532D"/>
                </a:solidFill>
                <a:latin typeface="Aptos"/>
              </a:rPr>
              <a:t>Everything for a smoother cooking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F6F61"/>
                </a:solidFill>
                <a:latin typeface="Aptos"/>
              </a:rPr>
              <a:t>Designed around how people discover, choose, and save food.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" cy="1645920"/>
          </a:xfrm>
          <a:prstGeom prst="roundRect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F7E22"/>
                </a:solidFill>
                <a:latin typeface="Aptos"/>
              </a:rPr>
              <a:t>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993392"/>
            <a:ext cx="2350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Smart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880360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Find recipes by name or ingredient.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109728" cy="164592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9339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Aptos"/>
              </a:rPr>
              <a:t>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993392"/>
            <a:ext cx="235000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Categories &amp;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880360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Browse breakfast, lunch, dinner, snacks, and desserts.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288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109728" cy="1645920"/>
          </a:xfrm>
          <a:prstGeom prst="roundRect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993392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F7E22"/>
                </a:solidFill>
                <a:latin typeface="Aptos"/>
              </a:rPr>
              <a:t>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993392"/>
            <a:ext cx="2350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Recipe 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2880360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Add, view, edit, and delete recipe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109728" cy="164592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050791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Aptos"/>
              </a:rPr>
              <a:t>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050791"/>
            <a:ext cx="2350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My Favorites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2880360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Keep favourite recipes together for quick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8862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0" y="3886200"/>
            <a:ext cx="109728" cy="1645920"/>
          </a:xfrm>
          <a:prstGeom prst="roundRect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4050791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F7E22"/>
                </a:solidFill>
                <a:latin typeface="Aptos"/>
              </a:rPr>
              <a:t>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4050791"/>
            <a:ext cx="235000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Recipe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526280"/>
            <a:ext cx="2880360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Ingredients, quantities, timings, servings, and steps.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8862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55279" y="3886200"/>
            <a:ext cx="109728" cy="164592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1" y="4050791"/>
            <a:ext cx="502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4532D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4050791"/>
            <a:ext cx="23500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Secure Accounts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26280"/>
            <a:ext cx="2880360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3023"/>
                </a:solidFill>
                <a:latin typeface="Aptos"/>
              </a:rPr>
              <a:t>Login, protected actions, and role-based access.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F61"/>
                </a:solidFill>
                <a:latin typeface="Aptos"/>
              </a:rPr>
              <a:t>RecipeNest  •  Discover · Save · Cook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14532D"/>
                </a:solidFill>
                <a:latin typeface="Aptos"/>
              </a:rPr>
              <a:t>03</a:t>
            </a:r>
          </a:p>
        </p:txBody>
      </p:sp>
      <p:pic>
        <p:nvPicPr>
          <p:cNvPr id="37" name="Picture 36" descr="rn_food_pa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4800600"/>
            <a:ext cx="26517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F7E22"/>
                </a:solidFill>
                <a:latin typeface="Aptos"/>
              </a:rPr>
              <a:t>03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4532D"/>
                </a:solidFill>
                <a:latin typeface="Aptos"/>
              </a:rPr>
              <a:t>From craving to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F6F61"/>
                </a:solidFill>
                <a:latin typeface="Aptos"/>
              </a:rPr>
              <a:t>A clear flow keeps the experience quick and intuitive.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057400"/>
            <a:ext cx="914400" cy="914400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13432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468880"/>
            <a:ext cx="1965960" cy="54864"/>
          </a:xfrm>
          <a:prstGeom prst="rect">
            <a:avLst/>
          </a:prstGeom>
          <a:solidFill>
            <a:srgbClr val="D9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Explore featured dishes and categories.</a:t>
            </a:r>
          </a:p>
        </p:txBody>
      </p:sp>
      <p:sp>
        <p:nvSpPr>
          <p:cNvPr id="10" name="Oval 9"/>
          <p:cNvSpPr/>
          <p:nvPr/>
        </p:nvSpPr>
        <p:spPr>
          <a:xfrm>
            <a:off x="4251960" y="2057400"/>
            <a:ext cx="914400" cy="9144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313432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468880"/>
            <a:ext cx="1965960" cy="54864"/>
          </a:xfrm>
          <a:prstGeom prst="rect">
            <a:avLst/>
          </a:prstGeom>
          <a:solidFill>
            <a:srgbClr val="D9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70332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Use recipe names or ingredients to narrow results.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057400"/>
            <a:ext cx="914400" cy="914400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313432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468880"/>
            <a:ext cx="1965960" cy="54864"/>
          </a:xfrm>
          <a:prstGeom prst="rect">
            <a:avLst/>
          </a:prstGeom>
          <a:solidFill>
            <a:srgbClr val="D9D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246120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Choose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Open a recipe to view ingredients and instructions.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10012680" y="2057400"/>
            <a:ext cx="914400" cy="9144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313432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3246120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Save or 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703320"/>
            <a:ext cx="2286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Bookmark a favourite or add your own recipe.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5166360"/>
            <a:ext cx="98298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330952"/>
            <a:ext cx="94640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4532D"/>
                </a:solidFill>
                <a:latin typeface="Aptos"/>
              </a:rPr>
              <a:t>Simple navigation  •  Responsive design  •  Clear feedback after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F61"/>
                </a:solidFill>
                <a:latin typeface="Aptos"/>
              </a:rPr>
              <a:t>RecipeNest  •  Discover · Save · Cook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14532D"/>
                </a:solidFill>
                <a:latin typeface="Aptos"/>
              </a:rPr>
              <a:t>04</a:t>
            </a:r>
          </a:p>
        </p:txBody>
      </p:sp>
      <p:pic>
        <p:nvPicPr>
          <p:cNvPr id="28" name="Picture 27" descr="rn_food_pa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977639"/>
            <a:ext cx="34290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F7E22"/>
                </a:solidFill>
                <a:latin typeface="Aptos"/>
              </a:rPr>
              <a:t>04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4532D"/>
                </a:solidFill>
                <a:latin typeface="Aptos"/>
              </a:rPr>
              <a:t>Powered by the MERN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F6F61"/>
                </a:solidFill>
                <a:latin typeface="Aptos"/>
              </a:rPr>
              <a:t>Four core technologies work together to deliver a full-stack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912" y="2395728"/>
            <a:ext cx="868680" cy="86868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1912" y="2606040"/>
            <a:ext cx="868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2148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3023"/>
                </a:solidFill>
                <a:latin typeface="Aptos"/>
              </a:rPr>
              <a:t>Stores users, recipes, ingredients, and favourites.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4884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62272" y="2395728"/>
            <a:ext cx="868680" cy="868680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606040"/>
            <a:ext cx="868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4747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86200"/>
            <a:ext cx="2148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3023"/>
                </a:solidFill>
                <a:latin typeface="Aptos"/>
              </a:rPr>
              <a:t>Provides REST API routes and request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214884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42631" y="2395728"/>
            <a:ext cx="868680" cy="86868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2606040"/>
            <a:ext cx="868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React.js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86200"/>
            <a:ext cx="2148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3023"/>
                </a:solidFill>
                <a:latin typeface="Aptos"/>
              </a:rPr>
              <a:t>Builds reusable UI components and responsive pages.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19" y="214884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22992" y="2395728"/>
            <a:ext cx="868680" cy="868680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2606040"/>
            <a:ext cx="868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47472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3886200"/>
            <a:ext cx="2148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3023"/>
                </a:solidFill>
                <a:latin typeface="Aptos"/>
              </a:rPr>
              <a:t>Runs backend logic, middleware, and API services.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5074920"/>
            <a:ext cx="9738360" cy="685800"/>
          </a:xfrm>
          <a:prstGeom prst="roundRect">
            <a:avLst/>
          </a:prstGeom>
          <a:solidFill>
            <a:srgbClr val="ED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276088"/>
            <a:ext cx="9372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532D"/>
                </a:solidFill>
                <a:latin typeface="Aptos"/>
              </a:rPr>
              <a:t>Security layer: JWT authentication • bcrypt password hashing • role-based authorization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F61"/>
                </a:solidFill>
                <a:latin typeface="Aptos"/>
              </a:rPr>
              <a:t>RecipeNest  •  Discover · Save · Cook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14532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F7E22"/>
                </a:solidFill>
                <a:latin typeface="Aptos"/>
              </a:rPr>
              <a:t>05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14532D"/>
                </a:solidFill>
                <a:latin typeface="Aptos"/>
              </a:rPr>
              <a:t>Built for real recipe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F6F61"/>
                </a:solidFill>
                <a:latin typeface="Aptos"/>
              </a:rPr>
              <a:t>A simple architecture connects the interface, APIs, and persistent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0424160" cy="868680"/>
          </a:xfrm>
          <a:prstGeom prst="roundRect">
            <a:avLst/>
          </a:prstGeom>
          <a:solidFill>
            <a:srgbClr val="ED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38528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532D"/>
                </a:solidFill>
                <a:latin typeface="Aptos"/>
              </a:rPr>
              <a:t>REACT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76856"/>
            <a:ext cx="9966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Recipe cards • Search &amp; filters • Forms •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971800"/>
            <a:ext cx="9326880" cy="868680"/>
          </a:xfrm>
          <a:prstGeom prst="round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081528"/>
            <a:ext cx="8869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EF7E22"/>
                </a:solidFill>
                <a:latin typeface="Aptos"/>
              </a:rPr>
              <a:t>NODE.JS + EXPRESS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19856"/>
            <a:ext cx="8869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CRUD endpoints • Validation • Authentication •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114800"/>
            <a:ext cx="8229600" cy="868680"/>
          </a:xfrm>
          <a:prstGeom prst="roundRect">
            <a:avLst/>
          </a:prstGeom>
          <a:solidFill>
            <a:srgbClr val="E1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4224528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532D"/>
                </a:solidFill>
                <a:latin typeface="Aptos"/>
              </a:rPr>
              <a:t>MONGODB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562856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A3023"/>
                </a:solidFill>
                <a:latin typeface="Aptos"/>
              </a:rPr>
              <a:t>Users • Recipes • Ingredients • Favorites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24912"/>
            <a:ext cx="2377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F61"/>
                </a:solidFill>
                <a:latin typeface="Aptos"/>
              </a:rPr>
              <a:t>↓ JSON over 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867912"/>
            <a:ext cx="2377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F6F61"/>
                </a:solidFill>
                <a:latin typeface="Aptos"/>
              </a:rPr>
              <a:t>↓ Mongoose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532120"/>
            <a:ext cx="8503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4532D"/>
                </a:solidFill>
                <a:latin typeface="Aptos"/>
              </a:rPr>
              <a:t>CRUD = Create  •  Read  •  Update  • 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F6F61"/>
                </a:solidFill>
                <a:latin typeface="Aptos"/>
              </a:rPr>
              <a:t>RecipeNest  •  Discover · Save · Cook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14532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754880" cy="4754880"/>
          </a:xfrm>
          <a:prstGeom prst="ellipse">
            <a:avLst/>
          </a:prstGeom>
          <a:solidFill>
            <a:srgbClr val="EDF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4023360"/>
            <a:ext cx="4572000" cy="4572000"/>
          </a:xfrm>
          <a:prstGeom prst="ellipse">
            <a:avLst/>
          </a:prstGeom>
          <a:solidFill>
            <a:srgbClr val="FA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34840" y="1005840"/>
            <a:ext cx="3337560" cy="333756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36592" y="1307592"/>
            <a:ext cx="2734056" cy="2734056"/>
          </a:xfrm>
          <a:prstGeom prst="ellipse">
            <a:avLst/>
          </a:prstGeom>
          <a:solidFill>
            <a:srgbClr val="FAF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93792" y="1828800"/>
            <a:ext cx="1783080" cy="1783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32120" y="2176272"/>
            <a:ext cx="502920" cy="365760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0" y="2514600"/>
            <a:ext cx="411480" cy="310896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0" y="2834640"/>
            <a:ext cx="384048" cy="274320"/>
          </a:xfrm>
          <a:prstGeom prst="ellipse">
            <a:avLst/>
          </a:prstGeom>
          <a:solidFill>
            <a:srgbClr val="EF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572000"/>
            <a:ext cx="8001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 i="0">
                <a:solidFill>
                  <a:srgbClr val="14532D"/>
                </a:solidFill>
                <a:latin typeface="Apto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49240"/>
            <a:ext cx="8001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F7E22"/>
                </a:solidFill>
                <a:latin typeface="Aptos"/>
              </a:rPr>
              <a:t>For your time and consideration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5925312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F6F61"/>
                </a:solidFill>
                <a:latin typeface="Aptos"/>
              </a:rPr>
              <a:t>RecipeNest  •  Discover · Save · Cook</a:t>
            </a:r>
          </a:p>
        </p:txBody>
      </p:sp>
      <p:pic>
        <p:nvPicPr>
          <p:cNvPr id="13" name="Picture 12" descr="rn_food_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60520"/>
            <a:ext cx="22860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